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6446520" cy="1417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Documentar tablas deja de ser documentación cuando el equipo necesita memoria común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5394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escribir más. Es conectar, mantener y consultar lo que el equipo ya sabe sin perder vigencia.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236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ADB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2026-07-05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 es el primer ladrillo correcto, pero no define el edificio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920240"/>
            <a:ext cx="6903720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12848"/>
            <a:ext cx="626364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`clientes.md` sirve para describir una tabla, versionarla y leerla sin fricción.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001000" y="1874520"/>
            <a:ext cx="2971800" cy="2057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0" y="2176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Todavía falta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7532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Gobierno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75320" y="3182112"/>
            <a:ext cx="22677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A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vigencia, relaciones y decisiones no vienen resueltos por el formato.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1033272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919472"/>
            <a:ext cx="94183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aporta portabilidad y lectura humana; la memoria operacional exige capas adicionales.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FRICCIÓN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dolor real aparece cuando una pregunta cruza tablas, métricas y decisiones pasadas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9808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26080" y="2999232"/>
            <a:ext cx="41148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94176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AD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responde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87568" y="2999232"/>
            <a:ext cx="41148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5664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vigente sigue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49056" y="2999232"/>
            <a:ext cx="41148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34272" y="2286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25420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17152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depende de esto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ADBC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96519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valor deja de ser la ficha aislada; pasa a ser la red de contexto que permite decidir.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wiki ayuda a encontrar conocimiento; no garantiza que ese conocimiento siga vigente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109728" cy="30632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 / grafo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78992" y="2788920"/>
            <a:ext cx="4069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y navegación humana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conectadas por tema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rápido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útil para contexto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874520"/>
            <a:ext cx="109728" cy="3063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488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 gobernada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02552" y="2788920"/>
            <a:ext cx="4069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explícito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fecha de revisión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canónica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registrada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1005840" y="5559552"/>
            <a:ext cx="9784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y gobernar resuelven problemas distintos; una memoria común necesita ambas capas.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knowledge repo empieza cuando cada ficha declara identidad, relaciones y responsabilidad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6035040" cy="2240280"/>
          </a:xfrm>
          <a:prstGeom prst="roundRect">
            <a:avLst>
              <a:gd name="adj" fmla="val 3265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propuesta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" y="2542032"/>
            <a:ext cx="516636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arquitectura vive en un contrato mínimo: id, owner, domain, status, freshness, related_metrics, consumers y last_reviewed.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60920" y="1828800"/>
            <a:ext cx="3429000" cy="2240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Cuerpo vivo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35240" y="2578608"/>
            <a:ext cx="24231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útiles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FF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catálogos modernos muestran que el conocimiento de datos ya es relacional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794760" cy="33375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Activo de datos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78992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solo columnas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32735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 + lineage + quality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74920" y="1938528"/>
            <a:ext cx="5806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glossary, lineage y quality viven sobre la misma entidad.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Consumers, dashboards y contracts también forman parte del contexto.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y metadata operativa convierten texto en activo mantenible.</a:t>
            </a:r>
            <a:endParaRPr lang="en-US" sz="1330" dirty="0"/>
          </a:p>
          <a:p>
            <a:pPr marL="342900" indent="-3429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visible: DataHub, OpenMetadata y dbt exposures.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5074920" y="4736592"/>
            <a:ext cx="5394960" cy="0"/>
          </a:xfrm>
          <a:prstGeom prst="line">
            <a:avLst/>
          </a:prstGeom>
          <a:noFill/>
          <a:ln w="25400">
            <a:solidFill>
              <a:srgbClr val="C75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5010912"/>
            <a:ext cx="5029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inventar burocracia; se trata de capturar a escala pequeña lo que los catálogos ya modelan a escala grande.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PORTABILIDAD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OKF apunta a una idea útil: Markdown con estructura explícita para humanos y agentes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10241280" cy="2971800"/>
          </a:xfrm>
          <a:prstGeom prst="roundRect">
            <a:avLst>
              <a:gd name="adj" fmla="val 2462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2286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2286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Portable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0" y="2286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2679192"/>
            <a:ext cx="9784080" cy="0"/>
          </a:xfrm>
          <a:prstGeom prst="line">
            <a:avLst/>
          </a:prstGeom>
          <a:noFill/>
          <a:ln w="12700">
            <a:solidFill>
              <a:srgbClr val="EADB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index.md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788920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8346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0" y="2788920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28346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2788920"/>
            <a:ext cx="914400" cy="25603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83464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43000" y="3337560"/>
            <a:ext cx="9784080" cy="0"/>
          </a:xfrm>
          <a:prstGeom prst="line">
            <a:avLst/>
          </a:prstGeom>
          <a:noFill/>
          <a:ln w="12700">
            <a:solidFill>
              <a:srgbClr val="EA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Frontmatter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0" y="3447288"/>
            <a:ext cx="914400" cy="25603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34930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0" y="3447288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34930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0" y="3447288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49300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143000" y="3995928"/>
            <a:ext cx="9784080" cy="0"/>
          </a:xfrm>
          <a:prstGeom prst="line">
            <a:avLst/>
          </a:prstGeom>
          <a:noFill/>
          <a:ln w="12700">
            <a:solidFill>
              <a:srgbClr val="EADB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Links + log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0" y="4105656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41513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0" y="4105656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41513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29600" y="4105656"/>
            <a:ext cx="91440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41513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5840" y="5532120"/>
            <a:ext cx="941832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visible: Google Cloud 2026-06-12 y OKF spec v0.1 draft. Útil como convención portable; todavía no como estándar corporativo final.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143000" cy="73152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30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5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0684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MCP/API abre la puerta al agente, pero no convierte desorden en memoria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42032"/>
            <a:ext cx="411480" cy="41148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y ensambla contexto.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44952" y="3246120"/>
            <a:ext cx="320040" cy="0"/>
          </a:xfrm>
          <a:prstGeom prst="line">
            <a:avLst/>
          </a:prstGeom>
          <a:noFill/>
          <a:ln w="19050">
            <a:solidFill>
              <a:srgbClr val="C75C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2542032"/>
            <a:ext cx="4114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MCP/API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tools y resources. Fuente: MCP spec 2025-06-18.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79592" y="3246120"/>
            <a:ext cx="320040" cy="0"/>
          </a:xfrm>
          <a:prstGeom prst="line">
            <a:avLst/>
          </a:prstGeom>
          <a:noFill/>
          <a:ln w="19050">
            <a:solidFill>
              <a:srgbClr val="C75C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542032"/>
            <a:ext cx="411480" cy="411480"/>
          </a:xfrm>
          <a:prstGeom prst="rect">
            <a:avLst/>
          </a:prstGeom>
          <a:solidFill>
            <a:srgbClr val="C75C2A"/>
          </a:solidFill>
          <a:ln w="12700">
            <a:solidFill>
              <a:srgbClr val="C75C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curado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ambigüedad operativa.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14232" y="3246120"/>
            <a:ext cx="320040" cy="0"/>
          </a:xfrm>
          <a:prstGeom prst="line">
            <a:avLst/>
          </a:prstGeom>
          <a:noFill/>
          <a:ln w="19050">
            <a:solidFill>
              <a:srgbClr val="C75C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2240280"/>
            <a:ext cx="2240280" cy="1993392"/>
          </a:xfrm>
          <a:prstGeom prst="roundRect">
            <a:avLst>
              <a:gd name="adj" fmla="val 3670"/>
            </a:avLst>
          </a:prstGeom>
          <a:solidFill>
            <a:srgbClr val="FFFDF8"/>
          </a:solidFill>
          <a:ln w="12700">
            <a:solidFill>
              <a:srgbClr val="EADB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2542032"/>
            <a:ext cx="4114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28048" y="2633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18320" y="3127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Ficha gobernada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0" y="3639312"/>
            <a:ext cx="1664208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owner, relaciones y decisiones.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3" name="Image 0" descr="C:\Users\Victor\Proyectos\2026\charlas\Knowledge Repo 01 - Cuando Documentar Tablas se Vuelve Arquitectura de Conocimiento\review\knowledge-repo-01-renderer-worker-test-20260705-1857\build\assets\closing-knowledge-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658368"/>
            <a:ext cx="3931920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548640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documentación que escala no guarda páginas: conserva decisiones reutilizables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85800" y="42519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4553712"/>
            <a:ext cx="489204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AD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pedirle a un agente que entienda tus datos, dale una memoria que tu propio equipo pueda mantener.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charlas /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charlas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Repo 01</dc:title>
  <dc:subject>Cuando documentar tablas se vuelve arquitectura de conocimiento</dc:subject>
  <dc:creator>deck-builder-charlas</dc:creator>
  <cp:lastModifiedBy>deck-builder-charlas</cp:lastModifiedBy>
  <cp:revision>1</cp:revision>
  <dcterms:created xsi:type="dcterms:W3CDTF">2026-07-06T00:02:34Z</dcterms:created>
  <dcterms:modified xsi:type="dcterms:W3CDTF">2026-07-06T00:02:34Z</dcterms:modified>
</cp:coreProperties>
</file>