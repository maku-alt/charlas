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beb77419142e0" /><Relationship Type="http://schemas.openxmlformats.org/officeDocument/2006/relationships/extended-properties" Target="/docProps/app.xml" Id="R3b3406c184c24c6f" /><Relationship Type="http://schemas.openxmlformats.org/officeDocument/2006/relationships/officeDocument" Target="/ppt/presentation.xml" Id="Rc1ae4c0e912b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27a6ed3de4ee6"/>
  </p:sldMasterIdLst>
  <p:notesMasterIdLst>
    <p:notesMasterId xmlns:r="http://schemas.openxmlformats.org/officeDocument/2006/relationships" r:id="R05c272d5ca254f33"/>
  </p:notesMasterIdLst>
  <p:sldIdLst>
    <p:sldId xmlns:r="http://schemas.openxmlformats.org/officeDocument/2006/relationships" id="256" r:id="Rb6ecd9873cf04b22"/>
    <p:sldId xmlns:r="http://schemas.openxmlformats.org/officeDocument/2006/relationships" id="257" r:id="R856f96607324482f"/>
    <p:sldId xmlns:r="http://schemas.openxmlformats.org/officeDocument/2006/relationships" id="258" r:id="R9c78202ef7d04163"/>
    <p:sldId xmlns:r="http://schemas.openxmlformats.org/officeDocument/2006/relationships" id="259" r:id="Re39609980d2b4536"/>
    <p:sldId xmlns:r="http://schemas.openxmlformats.org/officeDocument/2006/relationships" id="260" r:id="Rfeec60fbadb34a93"/>
    <p:sldId xmlns:r="http://schemas.openxmlformats.org/officeDocument/2006/relationships" id="261" r:id="Rc97fb25bcf6f46d0"/>
    <p:sldId xmlns:r="http://schemas.openxmlformats.org/officeDocument/2006/relationships" id="262" r:id="R5528a5efd7cd4129"/>
    <p:sldId xmlns:r="http://schemas.openxmlformats.org/officeDocument/2006/relationships" id="263" r:id="Ra0bca18b052e474c"/>
    <p:sldId xmlns:r="http://schemas.openxmlformats.org/officeDocument/2006/relationships" id="264" r:id="Rf13b51c517074378"/>
    <p:sldId xmlns:r="http://schemas.openxmlformats.org/officeDocument/2006/relationships" id="265" r:id="R8d78789c298d4c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10cfbe9b2d4ba5" /><Relationship Type="http://schemas.openxmlformats.org/officeDocument/2006/relationships/slideMaster" Target="/ppt/slideMasters/slideMaster1.xml" Id="R7ef27a6ed3de4ee6" /><Relationship Type="http://schemas.openxmlformats.org/officeDocument/2006/relationships/notesMaster" Target="/ppt/notesMasters/notesMaster1.xml" Id="R05c272d5ca254f33" /><Relationship Type="http://schemas.openxmlformats.org/officeDocument/2006/relationships/presProps" Target="/ppt/presProps.xml" Id="R1f5ebe83e7d741cd" /><Relationship Type="http://schemas.openxmlformats.org/officeDocument/2006/relationships/viewProps" Target="/ppt/viewProps.xml" Id="R082448c1b6924858" /><Relationship Type="http://schemas.openxmlformats.org/officeDocument/2006/relationships/tableStyles" Target="/ppt/tableStyles.xml" Id="R28b659c6137a4e56" /><Relationship Type="http://schemas.openxmlformats.org/officeDocument/2006/relationships/slide" Target="/ppt/slides/slide1.xml" Id="Rb6ecd9873cf04b22" /><Relationship Type="http://schemas.openxmlformats.org/officeDocument/2006/relationships/slide" Target="/ppt/slides/slide2.xml" Id="R856f96607324482f" /><Relationship Type="http://schemas.openxmlformats.org/officeDocument/2006/relationships/slide" Target="/ppt/slides/slide3.xml" Id="R9c78202ef7d04163" /><Relationship Type="http://schemas.openxmlformats.org/officeDocument/2006/relationships/slide" Target="/ppt/slides/slide4.xml" Id="Re39609980d2b4536" /><Relationship Type="http://schemas.openxmlformats.org/officeDocument/2006/relationships/slide" Target="/ppt/slides/slide5.xml" Id="Rfeec60fbadb34a93" /><Relationship Type="http://schemas.openxmlformats.org/officeDocument/2006/relationships/slide" Target="/ppt/slides/slide6.xml" Id="Rc97fb25bcf6f46d0" /><Relationship Type="http://schemas.openxmlformats.org/officeDocument/2006/relationships/slide" Target="/ppt/slides/slide7.xml" Id="R5528a5efd7cd4129" /><Relationship Type="http://schemas.openxmlformats.org/officeDocument/2006/relationships/slide" Target="/ppt/slides/slide8.xml" Id="Ra0bca18b052e474c" /><Relationship Type="http://schemas.openxmlformats.org/officeDocument/2006/relationships/slide" Target="/ppt/slides/slide9.xml" Id="Rf13b51c517074378" /><Relationship Type="http://schemas.openxmlformats.org/officeDocument/2006/relationships/slide" Target="/ppt/slides/slide10.xml" Id="R8d78789c298d4c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28442dc4d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8a265f8b748ee" /><Relationship Type="http://schemas.openxmlformats.org/officeDocument/2006/relationships/notesMaster" Target="/ppt/notesMasters/notesMaster1.xml" Id="Rab6683187da7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ab324ddf04e7d" /><Relationship Type="http://schemas.openxmlformats.org/officeDocument/2006/relationships/notesMaster" Target="/ppt/notesMasters/notesMaster1.xml" Id="Rab22f255cd7a4e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12ddf1086c4ee0" /><Relationship Type="http://schemas.openxmlformats.org/officeDocument/2006/relationships/notesMaster" Target="/ppt/notesMasters/notesMaster1.xml" Id="R6b6e31816d0246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301826360a4983" /><Relationship Type="http://schemas.openxmlformats.org/officeDocument/2006/relationships/notesMaster" Target="/ppt/notesMasters/notesMaster1.xml" Id="Rf1349e62d5a346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bf840e1fa14bc4" /><Relationship Type="http://schemas.openxmlformats.org/officeDocument/2006/relationships/notesMaster" Target="/ppt/notesMasters/notesMaster1.xml" Id="Rab3c2e16f63643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91e86f4cc143f3" /><Relationship Type="http://schemas.openxmlformats.org/officeDocument/2006/relationships/notesMaster" Target="/ppt/notesMasters/notesMaster1.xml" Id="Rfd58b355d66d4e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2201a315594c8b" /><Relationship Type="http://schemas.openxmlformats.org/officeDocument/2006/relationships/notesMaster" Target="/ppt/notesMasters/notesMaster1.xml" Id="R4819d8d64a994d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eff95d7edc4400" /><Relationship Type="http://schemas.openxmlformats.org/officeDocument/2006/relationships/notesMaster" Target="/ppt/notesMasters/notesMaster1.xml" Id="R7018a0e07d4246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00373a713f493e" /><Relationship Type="http://schemas.openxmlformats.org/officeDocument/2006/relationships/notesMaster" Target="/ppt/notesMasters/notesMaster1.xml" Id="Rd2bd21aa075f4e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140352ec674cba" /><Relationship Type="http://schemas.openxmlformats.org/officeDocument/2006/relationships/notesMaster" Target="/ppt/notesMasters/notesMaster1.xml" Id="Rd39db381e017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58c43c8b441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ad16306c724a3f" /><Relationship Type="http://schemas.openxmlformats.org/officeDocument/2006/relationships/slideLayout" Target="/ppt/slideLayouts/slideLayout1.xml" Id="R72869cac256d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69cac256d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2c48d66d14609" /><Relationship Type="http://schemas.openxmlformats.org/officeDocument/2006/relationships/notesSlide" Target="/ppt/notesSlides/notesSlide1.xml" Id="R0650425af04a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c469eedb84ff2" /><Relationship Type="http://schemas.openxmlformats.org/officeDocument/2006/relationships/notesSlide" Target="/ppt/notesSlides/notesSlide2.xml" Id="Rde197df1d0af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b414dd799436d" /><Relationship Type="http://schemas.openxmlformats.org/officeDocument/2006/relationships/notesSlide" Target="/ppt/notesSlides/notesSlide3.xml" Id="R7e080cd334404a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19d83578c4e21" /><Relationship Type="http://schemas.openxmlformats.org/officeDocument/2006/relationships/notesSlide" Target="/ppt/notesSlides/notesSlide4.xml" Id="R8009e1e0856b49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345b8b3f74f1f" /><Relationship Type="http://schemas.openxmlformats.org/officeDocument/2006/relationships/notesSlide" Target="/ppt/notesSlides/notesSlide5.xml" Id="R5a043f467b7a42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68caa3ffe444c" /><Relationship Type="http://schemas.openxmlformats.org/officeDocument/2006/relationships/notesSlide" Target="/ppt/notesSlides/notesSlide6.xml" Id="Rb37d45488c2b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f912a61464b83" /><Relationship Type="http://schemas.openxmlformats.org/officeDocument/2006/relationships/notesSlide" Target="/ppt/notesSlides/notesSlide7.xml" Id="R9d744ed26015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823a8f0714fc5" /><Relationship Type="http://schemas.openxmlformats.org/officeDocument/2006/relationships/notesSlide" Target="/ppt/notesSlides/notesSlide8.xml" Id="Rcc303c8000a945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fa4ef739f4eab" /><Relationship Type="http://schemas.openxmlformats.org/officeDocument/2006/relationships/notesSlide" Target="/ppt/notesSlides/notesSlide9.xml" Id="Re50238864a3f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f5accf5b04ba4" /><Relationship Type="http://schemas.openxmlformats.org/officeDocument/2006/relationships/image" Target="/ppt/media/image.png" Id="Rae224844aa654177" /><Relationship Type="http://schemas.openxmlformats.org/officeDocument/2006/relationships/notesSlide" Target="/ppt/notesSlides/notesSlide10.xml" Id="Rf9d8da45f2ac45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3EDD1-2986-4899-9EB4-EE31BACA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A926F-6513-4A38-8B36-C4AFE503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CEA9B-5B00-425C-9D9B-6218FFD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CHARLA PARA DATA 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48D0A-C041-4ED0-B7AB-7A0ABB9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666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Evolucion del stack</a:t>
            </a:r>
          </a:p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clasico de</a:t>
            </a:r>
          </a:p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Data Science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1FC15-CCE1-41E4-805E-5A74F5B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590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Que mejora de verdad si seguimos con Python 3.10, que desbloquea Python 3.11 y donde conviene ser conservador.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C51F0-E1B0-4A47-A8A5-F5BDA6B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191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40EAF-81C5-41EE-A1A8-15249B41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00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TESIS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4E1DF-67C9-437B-9675-C12CDDD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No hace falta cambiar de paradigma para modernizarse. Primero conviene actualizar con criterio el stack que ya usamos.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F5C3-C11A-4EDF-9C5A-E8F6348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671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DFBF0-2633-4E71-A183-5D573EB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decisiones reales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654EA-00FF-4E05-BC34-D192CB47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567AE-6821-482B-9337-15C958F3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librerias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42840-2043-4D2C-9B07-F58D6AEB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671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6F48F-D410-4581-98D2-06DC90E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rutas de upgrade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9DA60-C2B8-4B55-82AB-B35B7387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481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4FAA3-7379-4D50-8A6E-033E978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1482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ACTUAL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7AC08-E31F-4098-ABE1-7044D3A3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86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stack estable y razonable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AD5E9-75F3-46FB-80C7-A42506B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DF7C2-CC9D-4016-88BF-FE0875F7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1487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3.10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7E2B6-85D5-422C-BBEA-C7541C67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86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modernizacion segura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947A4-CF3C-4976-82FC-5E48D188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482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3027C-48D6-438A-9E77-1E5A2172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1492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3.11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7E754-7158-483A-94B3-ACAE6BEE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salto mas agresivo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7771F-1B67-4657-899E-8CF7315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483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7C97F-4ACD-4C43-A629-374FA79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1497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2FB23-CBC4-461E-BD13-EC3485E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86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mejor como entorno aparte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52713-CD41-409E-AB76-2FCCE156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Deck ejecutivo: stack actual, upgrade recomendado y ruta agresiva con Python 3.11.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12EBC-ECEE-4995-B352-98D822C8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91114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9DD9B-EA61-4E86-AC27-6B5AFFB7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07E1B-DF75-4FB1-86C4-DE5C7BB6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59E33-8150-43A8-A16C-A061303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6948-0A16-4A47-BD60-35F43F4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stack actual no esta mal. El punto es que ya existe una ruta clara para subirlo sin perder estabilidad.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2D1FF-5F44-4F47-BB77-B5D98E6B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1068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37F11-7BC5-47F3-A2D1-E017C89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Stack actual reportado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73240-5FBA-4220-BF55-4FFC946D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A7A9-1F2D-4AB9-BEB1-D3B026E6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314F7-18C2-4178-8697-FD6C94C1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3.10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F60D6-7B9D-460A-AD34-839D6898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runtime 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476E2-0CF0-413C-9898-BD7E83F1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92E03-0920-4505-90E1-B421CF3F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PANDAS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D9403-08E5-441E-8B68-20DD4B1E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86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2.2.0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CD3C9-8A95-48E2-9FBA-6786F4C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tabular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4F617-0DA2-4D07-8054-78E9368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EA06-0504-4471-ADFC-CD99C2EA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SCIKIT-LEARN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1D766-AFB5-4C76-A4D4-04031564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480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1.4.2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DD993-793F-4DB5-BD67-2F1D631A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modelado y pipelines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AC658-B698-429C-B2BA-7C0279E3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D1119-46C5-4767-95E3-B68571C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SCIPY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D0506-5003-4478-AF07-62C270A8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1.10.1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89D4C-A578-45DD-AB77-E4B34C5C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numerico y estadistico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102CE-623D-498E-8B01-6D212EE3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D362B-64D0-4EB2-8D2E-D6D7D7F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FEATURE-ENGINE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5C21C-5FB9-44E5-BB4E-CD803F55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71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1.8.3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6CB7E-8E5D-422E-BDC2-84BBD50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transformacion de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28676-1B66-4461-89AB-4D3A2C65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DB13E-1E30-4202-B27D-3DB038DE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OPTBINNING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BB735-DB2E-458E-AD46-EB49931C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33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0.18.0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7D83E-2347-4496-B78B-C33750F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binning y scorecards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2B1183-FF43-49BF-94D6-DDC9EC79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3E97DB-7C45-4037-95EA-A6DB16CA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XGBOOST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A033A-B807-49D8-9D82-85313A41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2.0.3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99390-9CFA-4925-B3CC-37D85CE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boosting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DDF479-4639-4B47-A2B4-F1B991C2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191EA3-9AD6-41C7-9A8C-9CFF0453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LIGHTGBM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4FCFDC-7CD2-404E-BD51-3AF58C7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3.3.5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3CFE2A-1181-40AD-A91C-9812C79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boosting alternativo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D54E4C-6434-4C97-A0EA-5796B667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476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Lectura ejecutiva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1. Es un stack coherente y productivo.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2. No esta obsoleto, pero ya quedo por detras de varias mejoras de compatibilidad y mantenibilidad.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3. El mayor valor incremental no esta en una libreria nueva, sino en actualizar bien las que ya sostienen casi todo el flujo.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14423-1DEC-4BD7-9FFE-0BF129C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05350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27A868-ACA0-4093-828A-AC56A924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La pregunta no es si cambiar de stack.</a:t>
            </a:r>
          </a:p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La pregunta es cuanto modernizarlo sin subir el riesgo.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904554-BCF6-46CC-821F-E3DB02EF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Baseline para comparar valor, riesgo y costo de migracion.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5DC894-F353-4AA6-91E7-A1C6878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72341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6D02C-DAB5-460D-8368-79C585D2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E68AA-2523-47BF-9A05-AE1A3302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5BA51-19AE-4BC7-A739-1AAF3612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VALIDACION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39726-3564-4E83-BC3E-128FAB0D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recomendacion no viene solo de release notes. Se valido resolucion real, instalacion limpia e imports por entorno.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75A03-D8A0-4C67-812B-9B421C0A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390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44A4D-5219-496E-A676-EDDB1236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Paso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2B8DD-45F2-4D52-8705-8DC66704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F4C23-B8C6-4B0A-B0FD-B0F3EEAB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Compatibilidad declarada por cada paquete.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B64A8-26E8-44E4-BBB9-8886934F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32F10-468C-4B1D-854B-3AA2AEC2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Cruce de versiones tope para Python 3.10 y 3.11.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274EA-4494-4DB8-9E99-C174B3E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A6DAA-9ACF-4ADE-896C-73F023F6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Conflictos claros detectados temprano: pandas 3.x vs scikit-llm.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992F9-3BBF-4718-80BE-2972F806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3390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E3A5D-A842-404E-B0CC-6F9E0094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Paso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C0BD5-4FC3-4380-A588-BA2BFDE9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62607-54E9-4151-8E1E-C97DD76D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Resolver real con pip para cada stack propuesto.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36E91-0EAB-4751-8502-409DFF58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34ECC-AC71-43A7-BDE4-403155D3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Entornos limpios para evitar falsos positivos locales.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58748-A45E-4F29-A8A0-366A4EDD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4D98C-8CC5-4E06-8F4D-E6DBD8A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338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Import check de cada libreria objetivo.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7A01D-49A8-4E23-BC61-B2159CD9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6766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EF79C-688D-41F3-9421-8B17DA2A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2AA93-1A04-430F-9A5D-7B6E9D9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048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Tres perfiles quedaron validados: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Python 3.10 con stack recomendado.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Python 3.11 con stack agresivo.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Python 3.11 con scikit-llm y pandas 2.3.3.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9B9C7-B46D-49BF-8308-B03E4352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Eso permite hablar de upgrade con evidencia tecnica y no solo con entusiasmo.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41B03-C986-4226-B40F-40D2F4E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6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674C2-6C94-4CA6-AD7D-8073CFE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Mensaje clave: el riesgo no esta en "la version nueva" en abstracto; esta en la combinacion concreta del entorno.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0BFC6-8F5C-4CC2-89D7-5E713F5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Compatibilidad revisada con resolver real e import check.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ECC6B-DEBA-4991-99FA-9191740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07087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3D3EE-8313-4DB2-8101-6DF8611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DA96A-69F0-4D9B-8AB0-0BFEC7A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C4C7F-554F-4F7B-9265-9638169B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RUTA RECOMENDADA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07DBF-E5F4-44D8-82E3-C87FA8A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mejor decision por defecto es modernizar el stack manteniendo Python 3.10.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8A84C-5B69-4548-93C1-D4EE33F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10680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C3F43-8601-4C2F-B7A1-8B2D21E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Stack recomendado en Python 3.10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BCB8F-EFF6-4506-B418-3F9C7901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Libreria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6D48-7480-4884-94A1-607FA697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C81E6-78A4-403A-B248-2664BF14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Upgrade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1E0FC-574D-4384-B3CF-4CFAE632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Ganancia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58057-CFF6-4F02-B4EE-0BBECC58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F14E8-DD0A-49CB-96BC-C789042A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pandas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7A148-82DD-4D44-9EBB-6D196D24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2.2.0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6DD22-D621-48A2-AD76-60000E2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90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2.3.3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A1559-E081-4347-B133-82EE2CC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90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mejor compatibilidad con NumPy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B93F7-B188-4F8C-8CCC-F4E951E9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4D9A1-50B7-4665-8DA2-157DB193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1.4.2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B8317-7032-49F9-9E3F-7823C257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90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1.7.2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CA75F-8168-46DC-BDAC-24A40A61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Array API, sparse y mejoras en MLP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50A04-F54F-4288-94EA-AB0598E5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8F45E-DFDC-4244-93C9-846967A5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06901-20C4-4BD3-8FA0-52AACF6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90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1.10.1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425D9-06AD-4876-86D0-65637DBE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1.15.3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D3125-8E01-413A-B742-47C1E4AC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0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differentiate, elementwise y sparse moderno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EF38E-FE1D-4719-A99C-F21AD9DC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feature-engine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CFC5F-0019-4CE8-9B50-CAC44B4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1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1.8.3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C0966-119D-4DCD-B93A-5096775B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91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1.9.4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7CA60-F606-482E-8DB5-D94D3CBB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9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nuevos transformadores y mejor futuro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EA6B61-E8EC-4D3D-8041-BFEA1AB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3C706-1D99-4C40-9836-06149367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optbinning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FE3AE-A70C-44FD-96AD-AD03DFD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0.18.0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1AD47-2A11-40F6-98E0-99AD02CF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91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0.21.0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A6E43E-795E-49E1-BF19-195D6733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91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scorecards y sample_weight mejor resueltos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7E867-39A8-4F6D-98A3-A88ED17F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EA0EE-C94F-4D40-A2A3-11B880B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91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2.0.3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9BB397-330C-4189-9933-7CCB4AE7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91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3.2.0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156B3D-AFE5-440F-812B-88D222C1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91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performance y external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1C6D36-0D71-4528-B7A3-2566F9C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51709A-0832-4E8D-BAFC-FB7B5B13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lightgbm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297219-DE63-4B6B-A970-C419620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3.3.5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460634-5038-42EB-8623-4B73178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91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4.6.0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087BB4-C1CE-43C8-8D3D-D8CC5BF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91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compatibilidad actualizada con ecosistema moderno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BB755E-3620-4BDA-B2F4-975283BE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11068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75C01-30D5-44F6-8993-00376257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7697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Recomendacion: aprobar esta ruta como upgrade estable por defecto y dejar LLMs fuera del entorno base.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A8CDCB-F2FA-4BDE-8B4B-7AA07352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Stack validado en entorno limpio con Python 3.10.11.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836949-9984-427D-859B-F080929F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54746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0C383-D1D3-44E8-8633-FE123BEF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50046-AF77-40C7-A0B7-5E1108D3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3B0C1-2C31-43C3-8AF2-5FEAB34C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GANANCIA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91B54-9954-4CBF-AC6C-8EEFA7C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No todas las librerias aportan lo mismo: el mayor valor transversal viene de pandas, scikit-learn y scipy.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74844-E917-43A5-A222-632B95D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5433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E4573-5B94-444D-A894-2D958D79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pandas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FEA5F-3D2E-4865-81BB-58A60636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9042F-AC2E-4823-9136-39B08243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Menos friccion con NumPy 2 y tipos string.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3E911-0543-4884-9E86-A4F3E32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CE090-8AE1-4257-9011-F488C877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Menos errores al leer, unir y exportar tablas.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C082F-4525-4F18-955A-A500550B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4EDCB-E84A-4E52-BA2A-5C8D438E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Mejor base para vectorizar y transformar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B3A15-2F96-4A53-89D2-DFD282C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Impacto tecnico: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menos codigo defensivo en limpieza, joins y salidas a Excel o HDF.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AA874-BC76-4E91-B521-4F72F8A1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5433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0F548-BE40-4F50-9351-24B906C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88E9B-BD86-428E-BFFC-1BC91B6A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A4647-D305-4606-AFBB-F9808D9E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Array API y sparse arrays mas modernos.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112A9-25BD-49B9-819E-EA0B5EB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E7287-FC8C-483B-9624-6223C913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385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MLP = perceptron multicapa; ahora acepta sample_weight.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73726-2774-4EE4-8670-A6F06126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04D28-1777-4437-9B05-6083E7A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rama 1.9 agrega callbacks para seguir el fit.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CE0EF-D409-42E2-A445-42EDFF18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Impacto tecnico: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pipelines mas mantenibles, mejor trazabilidad y menos wrappers custom.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539B1-1391-4F62-B270-5A942136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524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90A50-3DEE-440F-AC2C-6B11E4EF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D1706-671A-48F9-A1A0-23895D4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24592-F3F1-46DC-8E9D-31588C5A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differentiate y optimize.elementwise amplian la base numerica.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75A13-BE41-436A-9FA9-7243A1BB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1E1B4-9A90-4490-9264-82C02E5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Mejor soporte Array API y batching.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83687-EB51-4AC8-9787-0C31234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1F8AA4-E98C-44FD-8848-1CC2BC97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 consistencia para stats, sparse y spatial.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BB07C-D73B-4A4E-8B96-0EEB12A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Impacto tecnico: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mejor base para validaciones, transformaciones y funciones propias.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6C3B3-C343-44F4-8F7C-B47FB577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Estas tres librerias explican gran parte del valor del upgrade recomendado.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B71A0-A471-4B97-984D-8A2A346E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210727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E9B8A-8CB0-4FB8-BEF0-8B769C88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07CC-F91C-4542-8B02-0717BA56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40B41-ECD0-4D47-A960-5FE6A51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RUTA AGRESIVA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1F8B1-5990-4217-801C-6C676D64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Python 3.11 no cambia todo el stack, pero si desbloquea los upgrades mas estructurales.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BFE80-E319-4A76-9012-7022F924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858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9907E-9E1A-44BA-B561-C0A98FC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Comparacion directa entre la ruta 3.10 y la ruta 3.11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6B6B-C9BA-4ADE-9E0A-22F39494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Libreria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83CA5-4822-452B-827E-7E88ABA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3.10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A3A8E-1501-40AC-890D-1AA7EB7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3.11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0C6FD-5FA5-44C3-952E-7EB8A49F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47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FDE33-55A5-4A1A-8C77-B1FF7D3F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E1944-9259-4BBA-B54D-C0B2933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16CFA-4E93-4C58-B11F-83B769A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3.11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084C1-67FA-4D5A-AD2D-FE26CE6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desbloquea ramas nuevas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B5805-4986-4925-BA6C-8188E36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pandas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57F4C-E3D0-4C49-950F-9F84BFD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9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2.3.3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66350-5583-49AC-9955-1411941E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3.0.3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7A3F4-922F-42BE-B9AD-A2E75429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09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salto fuerte en tipado string y modernizacion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34803-5EA6-415B-9A7E-7FB8317D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F4EAD-E2B0-42BF-8496-9E0C83B7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1.7.2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E6983-C929-4608-B2B0-9D48BD4F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1.9.0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08888-11FD-45E7-93A8-52E9C03C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callbacks y rama mas actual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8DC68-3EB4-4D07-9A1D-58383309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9B63C-E5EC-4D49-A41D-DA7968E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1.15.3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3A29F-EBBD-4FC9-AB75-571356B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71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1.17.1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5B14C-A96C-4081-A73F-F0A1047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 Array API y batching n-dimensional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62F52-F9EA-4CA7-9AA2-58716410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feature-engine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4B6A0-620C-4039-BEF6-D0DC4E19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52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1.9.4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27C92-5B3D-4E6E-946E-1C5B0D0B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1.9.4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FE6CF-9EE0-4F61-8933-761838CF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queda estable en ambos mundos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8A248-EEAA-4BA9-AD39-897361FF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optbinning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70025-BF49-479A-BCDE-454C206B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33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0.21.0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68B95-6950-4E76-AA79-1C79DFA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0.21.0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6E0D31-E853-4421-86A3-C3FA6FDD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33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sin cambio mayor de version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62E70A-AF8E-45D2-8BE0-4A0862C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F9361-97F3-4DB8-A3ED-55BA8AE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14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3.2.0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D7042E-4074-49FA-B662-50EE7A3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14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3.2.0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ED3FF3-F923-4EF1-8E53-57551A6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14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mantiene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60E834-7F62-4930-82BE-0F0348A9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lightgbm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4F7B49-7128-4453-8B10-C17D5A91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95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4.6.0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5E8CE3-3EE9-455A-9357-D4919DF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95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4.6.0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981841-8EF4-41DC-B413-B089F12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95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mantiene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50713A-A06C-4206-A978-0AC7BAA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9052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EB5CE7-C33F-416F-9DC9-659A7456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Cuando si recomendaria Python 3.11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8D8C2A-1D5B-47C6-A3B2-F72F9B3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D35E85-7D32-47EA-A236-AEA8B6B8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SI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C0DA33-364A-435A-92B0-507086C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Quieres entrar a pandas 3.x.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D745DC-3C3B-4AFD-BF79-E710D710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C4F90F-4C56-4AB2-8A71-4EB6851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SI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B568A9-255E-4C4C-8DDE-0754992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Quieres una rama mas actual de scikit-learn.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86FC94-40EE-45D5-9B57-2A7889CA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90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D041D0-ECCE-469A-8F16-913D5ABE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SI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27B751-E0BE-419C-B721-CE37619F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528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Puedes absorber retesting de notebooks y pipelines.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A2F0BE-2CF1-4C01-90FD-432CCECA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0CE918-10DB-48F1-8781-A4491C1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NO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547A0A-32DC-4960-B736-230E0494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76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 el objetivo inmediato es solo estabilidad sin tocar runtime.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930683-8D01-49EC-820D-0F71676F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Python 3.11 vale la pena cuando se quiere desbloquear modernizacion estructural.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CBE86D-5D97-4816-9FA0-8D514DDB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73191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E12F3-E10C-454E-B9F8-8041F1D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C26F-534B-42AC-BE19-2BAB7BC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E399B-9DBC-43D0-BDC3-6EB32BEC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rPr>
              <a:t>TRADEOFF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81732-7375-43BD-B294-1D59A87B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punto donde aparece conflicto no es el boosting. Es la convivencia entre pandas 3.x y scikit-llm.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88D5D-FFFA-4D05-8A9C-6CC1B016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143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39D26-B5B2-4ED2-BAF0-8E87CDD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 que si se pudo validar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F521B-13C8-4FCF-B1E9-A9694BE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153C5-28E7-4573-A88B-16CF2AC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Python 3.11 + pandas 3.0.3 + scikit-learn 1.9.0 instala e importa bien.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59CA1-9627-4B1F-920B-19F2FF22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E0B0C-595B-4976-B80E-52919B66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Python 3.11 + scikit-llm 1.4.3 instala e importa bien si se queda en pandas 2.3.3.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86AB6-C598-42FA-8DF6-DF9559CD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850B4-EBD5-4801-AD5C-5019464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Python 3.10 sigue siendo una ruta completamente viable y estable.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4E1E0-28B0-46AD-B2DA-8873207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14550"/>
            <a:ext cx="5619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1430">
            <a:solidFill>
              <a:srgbClr val="F2C2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26781-8D0D-4081-969E-7F86E3C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Lo que no convive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D4DE5-6505-4B13-B2B6-15DA84D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scikit-llm 1.4.3 depende de pandas &lt; 3.0.0.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Eso impide mezclarlo con la ruta agresiva basada en pandas 3.x dentro del mismo entorno.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1F511-51BD-409B-A973-E282473F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Ademas, en la prueba real el entorno con scikit-llm cambio dependencias transitivas del stack base. No rompe todo, pero vuelve el entorno menos limpio y mas pesado.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C20D8-B34B-406A-B836-D851DF7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68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F6624-0BAB-44E2-BA29-1EAA7E1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7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Recomendacion operativa: separar el entorno base DS del entorno opcional LLM.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16631-C906-433A-BE25-743F2384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mejor convivencia tecnica es separar stack base y stack LLM.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FA0E7-280B-4285-A32B-C301CB0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1499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55A3A-4CC0-4570-A110-0AD1E2D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B2CEE-D35E-46CE-AA5D-22EC70B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9C77F-0344-4526-A64C-8ADE87A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CAPAS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737F4-6960-4753-8893-15AB01E3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Las librerias LLM utiles no reemplazan el stack clasico. Entran como capas opcionales y con reglas distintas.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F9DD7-9E6A-4847-9230-273BA1D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5433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19B1B-A62B-4E74-879F-1F8F6A1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scikit-llm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3CC48-98D3-4FE4-8168-00DDEAF7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E3F3-159B-47C5-93F2-7E735B11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Estimadores estilo sklearn para tareas de texto con LLM.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AF80-620F-46E7-88F7-2296048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9063A-48E5-400B-9E15-294FB944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Ganancia: interfaz familiar para equipos que ya viven en pipelines sklearn.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3E907-2A33-426D-A315-0204BD2F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CF93D-D479-4BEF-9DB6-197B62BC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Tradeoff: obliga a quedarse en pandas 2.x y trae dependencias cloud pesadas.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B5284-042C-4947-B324-F709CD5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Lectura: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 se quiere probar, conviene dejarlo en un entorno LLM separado del base 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703DD-D20B-42BD-8CC1-3B67FA67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5433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7EB5E-1228-4034-8067-6FA73167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PandasAI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23565-4074-4916-A07A-9AA61015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E26A7-19A9-45B1-8625-03A4EA0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 conversacional sobre dataframes para analisis en lenguaje natural.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3F036-6ED5-450E-A414-3E05065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A8F90-845B-40C2-86AE-D8150D4B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385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Ganancia: baja barrera para exploracion ad hoc y autoservicio.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6A164-220A-4BD3-AB35-EFF7A851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D61AA-F6E3-45BC-853C-339AC27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Tradeoff real: pandasai 3.0.0 fija scipy 1.10.1 y choca con el stack moderno.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D76F0-AB4E-4681-A149-E35DD6FC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Lectura: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interesante para demos o analisis guiado, no para meterlo hoy al entorno 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CD529-86CD-491D-ADFC-E58B1CF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524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83659-F799-4C9B-8770-F7FCC254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Optuna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DDD3C-333F-4F19-9A6D-8EDC6ED3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B5C3E-5AD2-40C0-B355-8C55DA15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es libreria LLM, pero si sirve para tunear prompts, thresholds y retrieval.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D1D49B-94EE-47E8-B134-0BF570A0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B992E-6578-496B-943E-DD4FDA1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Ganancia: convierte heuristicas de workflow LLM en experimentos reproducibles.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21442-C3FD-4101-8FD8-3C1C45B6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0BF57-19F1-4185-ADE4-81568DC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724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Tradeoff: exige metricas objetivas; no resuelve grounding por si sola.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18BEC-9EB5-45E8-91D9-FB8C759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2724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Ejemplo DS:</a:t>
            </a:r>
          </a:p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clasificar transcripciones de llamadas ajustando prompt template, temperatura y threshold contra etiquetas historicas.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3141D-4F7C-45AD-9D67-599E33FF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68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8483A-5BF0-4B39-A9F6-82EDA0E6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055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Mensaje clave: la oportunidad real no es meter todo en un solo entorno; es aislar la capa LLM y medir su valor.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73596-39C6-42BF-AD0F-DBF0359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Capas LLM evaluadas como opcionales, no como reemplazo del stack base.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54EBC4-63E4-4BB3-AB68-F0480C2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198659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462BD2-EA0A-41B3-8FC3-6ED65CC9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CAC5D-98EB-4EB8-8742-0635284C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C05AD-D5D6-4189-A6C2-FD1EB4FC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RECOMENDACION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04083-2EEA-4196-B2F1-60A2CB0A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decision correcta depende del apetito de cambio, pero la ruta por defecto deberia ser clara.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4A0AC-AB74-4383-A0A3-C7C2CC24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295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DF3FE-F740-484F-A7C9-A63B402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3B51E-8AB1-4EF7-A332-EEF37A81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RECOMENDADO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D0DF4-C6D4-4B80-AFB4-CFDDBB41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Camino seguro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008C0-F95F-4156-9C54-AE115554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762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Mantener Python 3.10.</a:t>
            </a:r>
          </a:p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Subir a pandas 2.3.3, scikit-learn 1.7.2, scipy 1.15.3 y el resto del stack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Beneficio: modernizacion real con riesgo acotado.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54C99-45FF-4684-8E2F-10931489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3295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9F98-16C9-4BA8-AF41-61F7BDE5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FF880-0C15-478B-A0EF-833BE7FA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AGRESIVO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2B2B4-554E-4F47-A32A-0D588B98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Camino estrategico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E50E4-ADA8-4C3E-8C3F-E4A4DE3E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2762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Migrar a Python 3.11.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Entrar a pandas 3.0.3, scikit-learn 1.9.0 y scipy 1.17.1.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Beneficio: alinearse con el stack moderno del ecosistema.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F6E37-2546-42C8-8E89-D9CEB82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295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A1696-47E8-4C72-8DA0-C50FF629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81091-8E31-4758-855E-F0B009DA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FA6D0-5DC5-4B0F-BE20-18CF97FF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Camino hibrido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87161-C399-456F-84C5-F7C1CE5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762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Separar entorno base y entorno LLM.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Dejar scikit-llm fuera del stack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Beneficio: menos conflicto, menos peso y mejor gobernanza del entorno.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049F8-7044-4CA0-A874-6A3E409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6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80DFA-C176-4E67-AA6A-D6897A3A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790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Mi recomendacion: aprobar ya la modernizacion de Python 3.10 y tratar Python 3.11 como siguiente paso estrategico.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3B9BE-FE48-408F-AB89-5AD8B3D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Primero upgrade estable. Luego, si hay apetito, salto de runtime.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80A5D-3B7A-43BF-BD02-DEACA679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32524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24844aa6541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BB1C8-593A-4964-BA73-C64CE490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>
              <a:alpha val="80000"/>
            </a:srgbClr>
          </a:solidFill>
          <a:ln xmlns:a="http://schemas.openxmlformats.org/drawingml/2006/main" w="0">
            <a:solidFill>
              <a:srgbClr val="081321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E563-563E-4745-AA9E-28D083D5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EE46-F5DE-4DCF-B200-8436B8D8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Although practicality beats purity.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26E6-D2A0-475B-B2E4-8D18C67C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La mejor evolucion del stack no es perseguir la version mas nueva por reflejo. Es elegir el cambio que entrega mas valor con el riesgo correcto.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3CCA1-AD53-4813-9C1D-B5D28AA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C8B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C8B3"/>
                </a:solidFill>
                <a:latin typeface="Aptos"/>
                <a:ea typeface="Aptos"/>
                <a:cs typeface="Aptos"/>
              </a:rPr>
              <a:t>Tim Peters, The Zen of Python (PEP 20)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CA12C-BE0E-42E1-9FEE-1965F71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Cita verificada en PEP 20: The Zen of Python.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8B9C5-7427-425A-9283-E31BBFF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0243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2026-06-02T18:34:10.7270000Z</dcterms:created>
  <dcterms:modified xsi:type="dcterms:W3CDTF">2026-06-02T18:34:10.7270000Z</dcterms:modified>
</coreProperties>
</file>