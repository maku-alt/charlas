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804139d7dd4afb" /><Relationship Type="http://schemas.openxmlformats.org/officeDocument/2006/relationships/extended-properties" Target="/docProps/app.xml" Id="Rc195bb2273814471" /><Relationship Type="http://schemas.openxmlformats.org/officeDocument/2006/relationships/officeDocument" Target="/ppt/presentation.xml" Id="Re8fcb573460a48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0d150a1f764ad8"/>
  </p:sldMasterIdLst>
  <p:notesMasterIdLst>
    <p:notesMasterId xmlns:r="http://schemas.openxmlformats.org/officeDocument/2006/relationships" r:id="R9ee8b25b9c5c45d9"/>
  </p:notesMasterIdLst>
  <p:sldIdLst>
    <p:sldId xmlns:r="http://schemas.openxmlformats.org/officeDocument/2006/relationships" id="256" r:id="R4affa9f617d844ef"/>
    <p:sldId xmlns:r="http://schemas.openxmlformats.org/officeDocument/2006/relationships" id="257" r:id="Rda192a43509b42f1"/>
    <p:sldId xmlns:r="http://schemas.openxmlformats.org/officeDocument/2006/relationships" id="258" r:id="Ra57084ab626542c7"/>
    <p:sldId xmlns:r="http://schemas.openxmlformats.org/officeDocument/2006/relationships" id="259" r:id="Ra13c23d5f0144eea"/>
    <p:sldId xmlns:r="http://schemas.openxmlformats.org/officeDocument/2006/relationships" id="260" r:id="R58783af45504455e"/>
    <p:sldId xmlns:r="http://schemas.openxmlformats.org/officeDocument/2006/relationships" id="261" r:id="R29d289775c9443ee"/>
    <p:sldId xmlns:r="http://schemas.openxmlformats.org/officeDocument/2006/relationships" id="262" r:id="R6aa5dc17a54045d9"/>
    <p:sldId xmlns:r="http://schemas.openxmlformats.org/officeDocument/2006/relationships" id="263" r:id="R0dc367718a3b4cc0"/>
    <p:sldId xmlns:r="http://schemas.openxmlformats.org/officeDocument/2006/relationships" id="264" r:id="R17e64d3831f2411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f8bfc0ea1c4cef" /><Relationship Type="http://schemas.openxmlformats.org/officeDocument/2006/relationships/slideMaster" Target="/ppt/slideMasters/slideMaster1.xml" Id="R490d150a1f764ad8" /><Relationship Type="http://schemas.openxmlformats.org/officeDocument/2006/relationships/notesMaster" Target="/ppt/notesMasters/notesMaster1.xml" Id="R9ee8b25b9c5c45d9" /><Relationship Type="http://schemas.openxmlformats.org/officeDocument/2006/relationships/presProps" Target="/ppt/presProps.xml" Id="R9e7c91c062334f61" /><Relationship Type="http://schemas.openxmlformats.org/officeDocument/2006/relationships/viewProps" Target="/ppt/viewProps.xml" Id="R3908783e35f640cc" /><Relationship Type="http://schemas.openxmlformats.org/officeDocument/2006/relationships/tableStyles" Target="/ppt/tableStyles.xml" Id="R58c5d9f468be496b" /><Relationship Type="http://schemas.openxmlformats.org/officeDocument/2006/relationships/slide" Target="/ppt/slides/slide1.xml" Id="R4affa9f617d844ef" /><Relationship Type="http://schemas.openxmlformats.org/officeDocument/2006/relationships/slide" Target="/ppt/slides/slide2.xml" Id="Rda192a43509b42f1" /><Relationship Type="http://schemas.openxmlformats.org/officeDocument/2006/relationships/slide" Target="/ppt/slides/slide3.xml" Id="Ra57084ab626542c7" /><Relationship Type="http://schemas.openxmlformats.org/officeDocument/2006/relationships/slide" Target="/ppt/slides/slide4.xml" Id="Ra13c23d5f0144eea" /><Relationship Type="http://schemas.openxmlformats.org/officeDocument/2006/relationships/slide" Target="/ppt/slides/slide5.xml" Id="R58783af45504455e" /><Relationship Type="http://schemas.openxmlformats.org/officeDocument/2006/relationships/slide" Target="/ppt/slides/slide6.xml" Id="R29d289775c9443ee" /><Relationship Type="http://schemas.openxmlformats.org/officeDocument/2006/relationships/slide" Target="/ppt/slides/slide7.xml" Id="R6aa5dc17a54045d9" /><Relationship Type="http://schemas.openxmlformats.org/officeDocument/2006/relationships/slide" Target="/ppt/slides/slide8.xml" Id="R0dc367718a3b4cc0" /><Relationship Type="http://schemas.openxmlformats.org/officeDocument/2006/relationships/slide" Target="/ppt/slides/slide9.xml" Id="R17e64d3831f241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13dd94bb2147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2c575f934b4532" /><Relationship Type="http://schemas.openxmlformats.org/officeDocument/2006/relationships/notesMaster" Target="/ppt/notesMasters/notesMaster1.xml" Id="Rbe9ec141f28044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5906c583be4087" /><Relationship Type="http://schemas.openxmlformats.org/officeDocument/2006/relationships/notesMaster" Target="/ppt/notesMasters/notesMaster1.xml" Id="R4f48b30921964e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ccee3880324bdb" /><Relationship Type="http://schemas.openxmlformats.org/officeDocument/2006/relationships/notesMaster" Target="/ppt/notesMasters/notesMaster1.xml" Id="Rb382e6f2c5f748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5d6365ff0947b5" /><Relationship Type="http://schemas.openxmlformats.org/officeDocument/2006/relationships/notesMaster" Target="/ppt/notesMasters/notesMaster1.xml" Id="Re205b4874dfc48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f7b78258a34f72" /><Relationship Type="http://schemas.openxmlformats.org/officeDocument/2006/relationships/notesMaster" Target="/ppt/notesMasters/notesMaster1.xml" Id="R5dc4c725aaad4f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0dad04d67748f3" /><Relationship Type="http://schemas.openxmlformats.org/officeDocument/2006/relationships/notesMaster" Target="/ppt/notesMasters/notesMaster1.xml" Id="Rb6f0204a912540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c44a8a4aef4484" /><Relationship Type="http://schemas.openxmlformats.org/officeDocument/2006/relationships/notesMaster" Target="/ppt/notesMasters/notesMaster1.xml" Id="Recdc1151cc674d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4325b24d6f4204" /><Relationship Type="http://schemas.openxmlformats.org/officeDocument/2006/relationships/notesMaster" Target="/ppt/notesMasters/notesMaster1.xml" Id="R682d97edb5554c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3478bad91847fb" /><Relationship Type="http://schemas.openxmlformats.org/officeDocument/2006/relationships/notesMaster" Target="/ppt/notesMasters/notesMaster1.xml" Id="Re14eb2b9c76341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a2308623964e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6e5c5cf03e417d" /><Relationship Type="http://schemas.openxmlformats.org/officeDocument/2006/relationships/slideLayout" Target="/ppt/slideLayouts/slideLayout1.xml" Id="R48516d58204747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516d58204747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f5bd7b4204124" /><Relationship Type="http://schemas.openxmlformats.org/officeDocument/2006/relationships/notesSlide" Target="/ppt/notesSlides/notesSlide1.xml" Id="R4dbc7576d04a41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9437a8c704f38" /><Relationship Type="http://schemas.openxmlformats.org/officeDocument/2006/relationships/notesSlide" Target="/ppt/notesSlides/notesSlide2.xml" Id="R6c2cbee9d9fa45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42382d29c4a1f" /><Relationship Type="http://schemas.openxmlformats.org/officeDocument/2006/relationships/notesSlide" Target="/ppt/notesSlides/notesSlide3.xml" Id="Rf754420f9d7246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8ce2e9cc548a2" /><Relationship Type="http://schemas.openxmlformats.org/officeDocument/2006/relationships/notesSlide" Target="/ppt/notesSlides/notesSlide4.xml" Id="R95d1f2533d6245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7f7a18db74f47" /><Relationship Type="http://schemas.openxmlformats.org/officeDocument/2006/relationships/notesSlide" Target="/ppt/notesSlides/notesSlide5.xml" Id="Rc6596fc83a5e40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f722936b1421c" /><Relationship Type="http://schemas.openxmlformats.org/officeDocument/2006/relationships/notesSlide" Target="/ppt/notesSlides/notesSlide6.xml" Id="Rd7b21c46c85447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432e57c9f4e50" /><Relationship Type="http://schemas.openxmlformats.org/officeDocument/2006/relationships/notesSlide" Target="/ppt/notesSlides/notesSlide7.xml" Id="R5ff9bf49616248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aa685d2ad4232" /><Relationship Type="http://schemas.openxmlformats.org/officeDocument/2006/relationships/notesSlide" Target="/ppt/notesSlides/notesSlide8.xml" Id="R609f85d4b5d341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feb8c9a1d48ae" /><Relationship Type="http://schemas.openxmlformats.org/officeDocument/2006/relationships/image" Target="/ppt/media/image.png" Id="Rcd73e893992f4aaf" /><Relationship Type="http://schemas.openxmlformats.org/officeDocument/2006/relationships/notesSlide" Target="/ppt/notesSlides/notesSlide9.xml" Id="Rf3d2c8d5168a47e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50F93-F979-4FF8-BA67-786D03EC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EF9D1-1D19-4B1D-A70C-A82144DA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714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7F278-6E7F-4860-9ED0-5447A6D7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CHARLA PARA IA E INFRAESTRUCTURA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B35A4-6932-4022-806B-544310A8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6477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El eterno retorno:</a:t>
            </a:r>
          </a:p>
          <a:p xmlns:a="http://schemas.openxmlformats.org/drawingml/2006/main">
            <a:pPr algn="l">
              <a:def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¿volveremos a</a:t>
            </a:r>
          </a:p>
          <a:p xmlns:a="http://schemas.openxmlformats.org/drawingml/2006/main">
            <a:pPr algn="l">
              <a:def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on-premise?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AB5E0-4B0D-42C4-9A81-6C5E226E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590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Los LLMs estan reabriendo una pregunta que la nube parecia haber cerrado: donde conviene correr la inteligencia cuando el costo por token se dispara.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C8AE0-007B-4D86-AE81-6F11EDC4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76300"/>
            <a:ext cx="4191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11430">
            <a:solidFill>
              <a:srgbClr val="3553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B0973-7C05-4725-9121-D0E95383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2001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GANCHO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BA492-986D-4312-BF11-18EAFDA8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19250"/>
            <a:ext cx="3333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No porque la nube haya fallado, sino porque la economia de los LLMs esta obligando a revisar la arquitectura.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18177-E3DB-4995-AD0F-C30ED462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43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10+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5ACF9-6870-4AAB-BD25-B459AB7B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671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anos de hegemonia cloud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EFAF0-AE35-4413-B0AF-EF3BF2B2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43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71C51-CE9E-44D3-9683-88D25028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671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fuerzas en tension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A8B513-308B-4D5B-9EAA-536637BE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543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195C9-A48F-40CB-B77B-DFEEE29E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8671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pregunta central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63935-D6DB-4F1F-94E4-77833C8B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3243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294A5-A925-4713-BECA-AAFC7839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COSTO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08FE3D-D81E-4505-AD83-F83953C4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3624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tokens e inferencia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A3FEC-51BD-4700-AFDD-F10A91A2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2440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6B5FC7-9952-4627-BCD8-58740C6E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910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AF420-AB50-491E-BA44-A9C1E1E9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625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dato y cumplimiento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248FF2-C270-482E-B753-D7467EF6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244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820DA7-A9BA-4F7B-92B4-B5FB65B3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911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CALIDAD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74877-715D-4F85-8294-0ABE1630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1625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frontier vs open source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AE23B4-F904-418E-890B-1B2BC318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52450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80D4B4-4286-4E9E-906A-DC31FAD6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5911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ESCALA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D8544C-1428-4226-83E2-4DC1B2CF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5626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usuarios y concurrencia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8BAD40-7D5E-46B4-8321-F9FE58D4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Hook central: los LLMs reabren la pregunta de donde conviene correr la inteligencia.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68AE5A-BB24-4358-9DDC-7FEA9049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179544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5E27C-D31B-47B4-8745-E34BD9EF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8FB8F4-CD68-4365-A4B8-14BFC6A1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4D256-DF52-420F-81B3-3FF6BDD6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CONTEXT0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FC318-D163-4C75-AD74-AEB208D5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nube gano porque resolvia problemas reales que el datacenter propio hacia mas caros y lentos.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E895B-0F9E-4F9C-9A08-EDC1B215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33909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4341A1-B0C0-45E9-9690-7A2A2874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Hace 10 anos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BB805-A853-40A5-A1A3-7745941D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67638-8C5E-4D4F-B36F-1123E230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Compra y renovacion de hardware.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12519-8F07-4813-940E-4A48E65A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D4F73-ED25-4559-B949-E1844C54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480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Mantenimiento de servidores y capacidad.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6039A-E735-448F-82FB-29426882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50A7E2-E21C-4E5A-ABCC-A2D26E14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Equipos especializados para operar datacenter.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139BF-265F-4B76-B297-344DBA6D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71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E96103-DE78-42A3-B017-0C0A3198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957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Escalabilidad mas lenta y disponibilidad mas costosa.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56E7BA-3C9D-4DF8-8ACF-CCB9C1D5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38350"/>
            <a:ext cx="33909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0B1263-2053-4F98-84CB-B8B75E2E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La promesa cloud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95576-2610-462A-8F41-A36F88CB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00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A9646C-F906-4627-A979-3958E22B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241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Elasticidad y provisioning rapido.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B12ED7-E441-4214-8F80-911B7FD1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24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ED07B2-19DB-4EF5-859A-0D67A0EF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Menos friccion operativa.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541982-7DB8-488A-A6A4-FF2D360C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41BB7E-C3CB-439A-B4F5-D984EF96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718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Servicios administrados y mejor time-to-market.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14606C-C33C-4EE9-8871-40C99695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71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9E70B-F26D-48B2-9ABD-2849EA07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957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Costo mas facil de aprobar frente a capex tradicional.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9605E-04A0-4E92-BE51-16CCE2F9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38350"/>
            <a:ext cx="36766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E657B6-2EB4-4322-A54A-8B308D3D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importante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38ABBC-A888-4E30-A199-72CB37CF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9527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La nube no se impuso por moda.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Se impuso porque para muchisimos workloads era mejor en disponibilidad, velocidad y economia operativa.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La charla no discute eso. Discute si los LLMs cambian la ecuacion para un subconjunto de casos.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21DCE4-49E5-4568-A0E9-2C42C80D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Punto de partida: el cloud shift fue racional y sigue siendolo para gran parte del software.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66D0C5-4E2D-44D3-86BA-E789B987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6326362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73C7B0-AC29-4AFD-A1F4-B687AB55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AE0D6-1D14-447E-BD41-AF0C0BEE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81574-CA99-435B-A5D4-A4C98A90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EL CAMBIO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078F6C-F7C9-4570-B199-67DEDEF4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Los LLMs introducen un gasto distinto: recurrente, probabilistico y facil de inflar sin darse cuenta.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C1F9C-4D93-446F-8443-8B7CF984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11068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36CEB-CFF1-486A-A521-B8784C7C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Precios de referencia oficiales por 1M tokens al 2026-06-02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0614E3-78B5-4C24-841A-8382A12E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Modelo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6235B-D757-41B9-BCA3-57A7DE2E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24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2C605-D1B5-476C-9A37-4321C874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BD0AB-297E-4924-94B1-B406B704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241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Lectura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563C72-E404-4658-A8FA-306C659D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19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AEF0E-A35B-4C45-B835-B5B965A9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GPT-5.5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74AE3-5BBF-4031-828F-08D03A08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52A89-EA63-47CE-92C4-DC68948C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05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443CB5-A23C-4BCB-B08D-A67D3B60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frontier caro, sobre todo por 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0880D-1E57-4C8D-BC6A-5EE4F9C5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GPT-5.4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64B4B5-2381-4CA1-B873-450B92C5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052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$2.5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A13802-296C-46E5-8455-FB00E7C0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B7014A-1F1E-4F37-891A-837D5F6E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052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mas barato, pero sigue siendo premium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34322A-31E9-4B54-AFEA-8C1F7C80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019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4C72CB-DAED-4D06-95F7-CD0D3062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Claude Opus 4.8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954DF5-6056-4561-964B-7029D87E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052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1A2F1C-D3D4-44E9-920F-51EAC98E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052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0DD706-3B08-4314-B4E4-8B54A866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muy competitivo en calidad, pero no barato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ECAB5C-2365-410C-9DF8-D5A32D99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Claude Sonnet 4.6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222D66-3CD3-417E-8F07-B782494A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053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B8C8B2-84D0-4E5E-9DD1-6D9641CE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053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A8F4F-B933-4082-A0BE-256E5E0F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053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ruta intermedia mas razonable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34A7FA-F4D2-4F8F-A40B-F81CAE8D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019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8613EC-D6C9-45EF-B4F2-5D461849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053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Claude Haiku 4.5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99707F-CE2C-4DF7-9E7A-E04E8ACB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05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EB2E55-CF0C-4042-8888-3A801460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705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747F6A-0EF0-4AD4-B405-C2B8E963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053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mucho mas economico para tareas ligeras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705296-352C-40A9-BD73-129FD994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$150-$250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15117E-25D5-460C-80D4-0C21EB73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Claude Code enterprise por dev/mes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78002A-DDB3-4231-9868-E5CBC383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143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A95698-22E7-499A-9DB9-DD8D4C82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673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palancas del costo: volumen y modelo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BE8B21-F06B-437F-BF9F-7FCFDA96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435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4A947B-E328-43ED-94EB-1970DD49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673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riesgo: uso sin disciplina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387105-A549-4E96-8DE0-152211E7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Fuentes: OpenAI pricing, Anthropic pricing y Claude Code costs.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57CC54-5C10-436F-A9A1-36B63A3E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786082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FE587-E02E-4474-ABA4-F3CD54E1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0C971-3424-405B-88D5-A1724917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52465-BE34-44ED-9FE3-813B4FAB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B42318"/>
                </a:solidFill>
                <a:latin typeface="Aptos Mono"/>
                <a:ea typeface="Aptos Mono"/>
                <a:cs typeface="Aptos Mono"/>
              </a:rPr>
              <a:t>MERCADO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B2B65-41B0-4F50-B941-F0EFAAD1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preocupacion por costos ya no es teorica: hay casos documentados de presupuestos agotados, licencias recortadas y uso gamificado.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71AC1-5481-40F2-A49B-375A6415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5011B-3DE3-43D9-B9E4-C1244CD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97457-7C9E-4700-B351-A20EF31D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Fortune, 2026-05-26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B91CF7-EAA9-45D3-949D-5D4629DB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Habia consumido su presupuesto anual de IA en cuatro meses y el gasto se volvia mas dificil de justificar.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6EF13E-8073-45D3-9ADA-ED58A906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5"/>
          </a:solidFill>
          <a:ln xmlns:a="http://schemas.openxmlformats.org/drawingml/2006/main" w="11430">
            <a:solidFill>
              <a:srgbClr val="F2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94125-C417-4AF9-B26F-D7BA8856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Cliente citado por Axios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4CCDF-E4B1-4564-9107-D5531BF7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Axios, 2026-05-28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5A0F1-5E1D-407D-924E-5F1A53A4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9085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Gasto 500 millones de dolares en un solo mes por no poner limites de uso sobre Claude.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D3D8AF-6806-43DA-903C-FE959BBF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AD831-7910-45AD-BDA8-9F0078A6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Microsoft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1A444-B1D0-4EEF-BA5C-4D8FE3C6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Axios, 2026-05-28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E9E43-8319-4807-947C-6CC6DB85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Cancelo la mayoria de sus licencias internas de Claude Code, en parte por costos, citando a The Verge.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03D0D0-E823-4B6B-97D0-BE717550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B42597-2289-45F6-9E20-C2891CF8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Meta y Amazon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9D5A6-9B90-4FC7-AE15-C5BC0EDF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1010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The Information + Fortune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AE3BD3-1679-44AC-B1AA-5B905C90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Aparecen patrones de leaderboard, tokenmaxxing y uso inflado, señal de gobernanza debil.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1A6DD5-95CD-4EC2-A1C5-7828EFA0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Las senales no prueban un retorno masivo, pero si prueban presion economica real.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41335E-CC5D-4ECF-954C-F3EF3210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990506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57D5FE-BB59-40B0-BE71-17F52F9C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FCDBE-4048-48FA-8A2F-11FF0408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AFA15-87F8-441D-A515-59D1B684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rPr>
              <a:t>ESCENARIOS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5C02F-8523-48BE-9051-716EA4C6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 pocos usuarios la nube sigue ganando. Con uso intensivo y recurrente, la pregunta on-premise deja de sonar exotica.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4803D-83DB-48D0-AEBB-D0CE6AEE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5143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93C6E-EF63-47CB-843A-65587D46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Escenario A: 50 personas, uso moderado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143D3-11B2-40BE-B76B-78197C96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$16.5k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A5EF2-F582-4685-86BF-0205D2DE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GPT-5.5 / 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7FBD6-7E80-4122-94E5-FFE6EEC6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765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$15k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58FE83-1174-4506-A61B-1FBE4192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00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Opus 4.8 / 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89AF2-F330-42CF-9944-083CD331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765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$9k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C654F-B91C-437C-BA04-23FC0110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00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Sonnet 4.6 / 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968308-C070-4C2E-BA12-36F83175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4286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Lectura: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Ya es un gasto visible, pero en muchos casos todavia no compensa traer hardware, serving y operacion dentro de casa. La nube sigue siendo la opcion mas simple.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0BE795-1551-4A48-8CFB-E6A83602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56197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1946D-94E2-4655-A0F6-C0DDA79C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241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Escenario B: 200 personas, uso intensivo y agentes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68D9E-DCFA-4057-9EFD-AD9FC8F4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$220k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C505AD-B161-49A2-9313-9B577E73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00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GPT-5.5 / 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1BEB6-FE9D-4B3F-8193-0B5F8AC4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765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$200k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D98EF9-AE14-4B35-850E-929DDABD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00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Opus 4.8 / 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F9318-8A2D-46E2-9B1C-B305F89E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765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$120k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EF9C05-0643-452B-A7CA-6452DD72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00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Sonnet 4.6 / 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051ECF-9342-48E8-B4E0-9D238318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95700"/>
            <a:ext cx="476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Lectura: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este nivel, la empresa ya deberia comparar seriamente el gasto recurrente por tokens contra alternativas privadas o hibridas. No porque cloud sea mala, sino porque la escala cambia la ecuacion.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20277-0A3D-4B52-9A47-A1EF8DD2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Escenarios ilustrativos construidos con precios oficiales de OpenAI y Anthropic.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428027-EE80-4139-ADAC-CF76DC1C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38218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6CB173-D785-4F46-97FE-2AACF8AA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740DA-9E4C-4336-92BB-6C2F6D3A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2D231-AE23-47CC-A4E2-8FFE5709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CONDICIONES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52E43-74ED-4CD7-A776-31A0C232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Volver a infraestructura controlada solo tiene sentido si se cumplen varias condiciones al mismo tiempo.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ED9021-B904-4668-9CCB-354C7762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5334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D8963-828D-4DAA-9CAC-669BBE6E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que tendria que ser cierto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19A90-8D8E-4E47-902D-999311C7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0F845-F583-45E3-AFA3-EC670979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Demanda relativamente estable.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0D1ED-D3B2-42D7-9C5C-6934F2CF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7DDA9-41A4-40AF-9BD4-B2E29C07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Volumen alto y recurrente.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329E8-AE74-481A-97B4-D3BFA901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3A479-80E3-4138-AA1C-6D472419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995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Modelo open source suficientemente bueno.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DCB2D6-FEA6-4405-9CAC-E8102DE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DBD19-59D0-469F-9525-3A189CE2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Equipo capaz de operar hardware y serving.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80389-A7A1-4C96-9485-B391B7A2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07640-ABA5-443A-ADF7-69E653E3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5765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Tolerancia a menor elasticidad que cloud.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3F039-EE18-4436-A6DF-C1C5B3AB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54292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5"/>
          </a:solidFill>
          <a:ln xmlns:a="http://schemas.openxmlformats.org/drawingml/2006/main" w="11430">
            <a:solidFill>
              <a:srgbClr val="F2C2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CFF583-D902-400C-A7AB-AA222040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Lo que no hay que subestimar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69F54E-5900-4103-A76E-5D0EEB9D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11DBD-9649-4889-9CE4-108C3053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Compra o alquiler de hardware especializado.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635E70-9A81-4BA5-B9C2-EF53057E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A1DDA9-F713-4CB0-A85D-2915C73D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861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Capacidad, disponibilidad y monitoreo.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61DD8E-3023-4655-A65C-77F1DAD2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E57CA7-97D7-43A5-9F16-651D7E06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099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Seguridad, patching y refresh de infraestructura.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A40A9-9F50-40CA-BF0F-C8036E5D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3F703F-2834-47A5-9451-B8B40AE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338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Costo de oportunidad frente a frontier models mejores.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3CD530-AB4C-492D-9BB1-5991DD4B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33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7D7208-4CC6-426D-A97E-5DCD4EDB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576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Necesidad de plataforma y MLOps mas fuerte.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B5D96-72CF-4616-9602-32181E70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On-premise no es solo costo por GPU; es una disciplina operativa completa.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877531-8150-492F-AC39-4455D95F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4476502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4D0207-06D6-4F48-8DDD-C0A62D56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4C094-7248-443F-BA5A-057CE754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18975-70D6-419C-B516-4CDE8F98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TRADEOFF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11404-7529-4088-A75B-FD5F7B36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decision correcta no es cloud versus on-premise en abstracto. Es que workload merece cada una.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9B2DF-ED50-46A1-9453-F1091077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11068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EF662-9DB2-412E-B0C8-E6C9183F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Comparacion ejecutiva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DB9BD-A02D-4955-80E7-8CE72283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Dimension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3652A-D0CF-43F1-B5C5-7A0399E0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47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Cloud / proveedores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20A96-3742-482D-8173-8793731D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479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Infraestructura controlada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05850-4C9B-4742-B8D6-55108F31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F8295-4FA6-4FF0-B60A-D33836D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Elasticidad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69680F-AD2C-46DA-B986-21173A6A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muy alta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E06BCB-65CD-4959-BAD0-6AF1238B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limitada por capacidad instalada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08947-8575-4D44-B364-E880DB95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Acceso a modelos frontier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021DE9-53E2-4F2A-B73B-F746C9BC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290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inmediato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16CC7-D99B-40CE-A434-C3083B18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290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limitado o inexistente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EDACB4-A71D-4821-878F-5583FF91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806ED-D134-476F-829F-8A0EB3CA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Costo marginal bajo volumen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CACB56-6B31-4C9B-905C-DB8A5AA5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290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07AAED-2D01-428C-8155-109DAA49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peor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994E60-EA2E-4DFC-9C7B-E5F2740C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Costo marginal alto volumen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35F685-0BC6-49DE-AE46-BE6E74A7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291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puede explotar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BBFA3-AC06-46C8-9B09-F5663548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291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puede mejorar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64B6D3-CE83-439F-AD99-FAB19DE9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582179-1652-4005-B611-5A2D4E82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Operacion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DA4DE4-0480-45D3-B5DC-090B1593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291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simple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750086-2D67-45BB-ACAD-92B2F6D6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291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compleja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A499EC-C309-486A-A85E-093812CD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292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Control del dato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BED2B4-2506-4207-A86A-4B0F9218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292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menor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F190AD-43C7-45C3-9304-044B89B7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292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mayor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9C0B0F-CD38-4178-A2A0-289482B5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9EA79B-FDF8-4388-832F-936037C2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Time-to-market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253601-2C69-4EAA-B2D0-D97EF8DC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292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754AFA-45E1-4941-B4FF-18C06939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4292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peor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B405C2-C878-45AB-B36F-67291F20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11068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5158EE-1D4F-452D-8D7E-9562BC0E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19825"/>
            <a:ext cx="1057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El retorno no es al pasado: es a una arquitectura mas segmentada por costo, riesgo y calidad requerida.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AF0303-AF27-4C7C-97C4-A5E77AB9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unidad de decision no es la empresa completa: es cada workload.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09F084-1E10-419C-8D6A-FEFA30F2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837972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E4EDB8-503C-41DF-8642-F5713831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D1EC34-B074-4BD4-8BC7-236B3DE1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582A3-4817-43E6-9C7A-C877A408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5909D-B4CE-44B8-B11D-666D0D63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respuesta madura no es volver completamente a on-premise. Es redisenar la arquitectura para no pagar de mas por inteligencia.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74788-1A28-40AB-BBF6-66EC0383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0"/>
            <a:ext cx="32956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1BF07-1C9C-491C-9430-5AF776E9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4BE19E-7640-4ACB-9CD5-49BF53DA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CLOUD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9BE31-A847-4DD6-8CAB-9DFD6E7C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La nube sigue ganando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34F2C-9E54-47D3-B56F-601842C1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Para equipos pequenos, demanda variable, experimentacion rapida y frontier models, cloud sigue siendo la mejor opcion.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42AC90-5DF3-4839-BBD8-BA699EDE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86000"/>
            <a:ext cx="32956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8EC02-B7D0-402E-A025-39858CF3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302D9-AE22-4170-9906-89AC6245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COSTO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AC772-5EDA-41C1-9CF9-995C4C8B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que cambia con LLMs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958809-49AB-4832-A183-7EDCC255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385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La inferencia intensiva y sin gobierno puede convertir la inteligencia en un gasto recurrente muy dificil de justificar.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F8A9A3-5ACC-49CC-A67D-85EE9551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86000"/>
            <a:ext cx="32956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3553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D7525-F22C-48CC-AB77-F054B8D4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3DFB64-4FB0-48EB-AF5A-80A7B277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HIBRIDO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14FC59-E5B3-4656-9242-B3EC2D1D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28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La respuesta realista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94781C-E597-4B97-BFD8-8FD03D60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Segmentar workloads: cloud para unos casos, infraestructura controlada para otros, con disciplina economica y operativa.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2F8F1-D450-4BBD-99BE-9BA1F549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1068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BC8"/>
          </a:solidFill>
          <a:ln xmlns:a="http://schemas.openxmlformats.org/drawingml/2006/main" w="0">
            <a:solidFill>
              <a:srgbClr val="DDD3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5EB702-3129-4EEC-BBBC-61C9D841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91225"/>
            <a:ext cx="1057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Mi recomendacion: antes de hablar de volver a on-premise, midan, segmenten y gobiernen el consumo de IA.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772C54-2189-4CBC-948F-4128AFF3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arquitectura correcta empieza con finops, observabilidad y criterio por workload.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39E90-8E7F-48A4-BEC5-26B6102A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728320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3e893992f4aa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A77CD-044B-4949-86E6-B3B4C519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321">
              <a:alpha val="80000"/>
            </a:srgbClr>
          </a:solidFill>
          <a:ln xmlns:a="http://schemas.openxmlformats.org/drawingml/2006/main" w="0">
            <a:solidFill>
              <a:srgbClr val="081321">
                <a:alpha val="8000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B001A-29C0-44B5-ACA7-D412DB8E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CIERRE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B9C77-50A5-43BF-BA38-521289BA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33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The cloud is about how you do computing, not where you do computing.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4B75B-FAA9-4CA5-B43A-DB5F134A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95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La conclusion no es nostalgia por el datacenter. La conclusion es que la arquitectura de IA vuelve a ser una decision economica, no solo tecnologica.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B7D8A-B4AC-4CEB-94C7-D4504BAA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C8B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3C8B3"/>
                </a:solidFill>
                <a:latin typeface="Aptos"/>
                <a:ea typeface="Aptos"/>
                <a:cs typeface="Aptos"/>
              </a:rPr>
              <a:t>Paul Maritz, sobre cloud computing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0F40A-BA47-4FF2-9882-4E6BAEC0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Cita atribuida a Paul Maritz y ampliamente citada en la literatura sobre cloud.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9241D-E3BF-4020-8F67-2D29BD73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443599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2026-06-02T18:11:08.1010000Z</dcterms:created>
  <dcterms:modified xsi:type="dcterms:W3CDTF">2026-06-02T18:11:08.1010000Z</dcterms:modified>
</coreProperties>
</file>