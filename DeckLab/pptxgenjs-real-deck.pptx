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PRUEBA DE RENDERER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6446520" cy="1417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LLM escribe la historia; el código arma el PowerPoint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5394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bajar tokens sin perder control visual ni compatibilidad nativa.</a:t>
            </a:r>
            <a:endParaRPr lang="en-US" sz="1700" dirty="0"/>
          </a:p>
        </p:txBody>
      </p:sp>
      <p:pic>
        <p:nvPicPr>
          <p:cNvPr id="7" name="Image 0" descr="C:\Users\Victor\Proyectos\2026\charlas\Test\smoke-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685800"/>
            <a:ext cx="3611880" cy="4800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6236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ADB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2026-07-05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renderer-local /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costo no está en pensar la charla, está en reconstruirla mecánicamente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920240"/>
            <a:ext cx="6903720" cy="201168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212848"/>
            <a:ext cx="626364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cada corrección vuelve a activar un builder completo, una tilde termina costando millones de tokens.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001000" y="1874520"/>
            <a:ext cx="2971800" cy="2057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75320" y="21762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Señal de costo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7532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75320" y="3182112"/>
            <a:ext cx="226771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A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para un fix puntual no es una anomalía: es una señal de proceso.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10332720" cy="0"/>
          </a:xfrm>
          <a:prstGeom prst="line">
            <a:avLst/>
          </a:prstGeom>
          <a:noFill/>
          <a:ln w="25400">
            <a:solidFill>
              <a:srgbClr val="C7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919472"/>
            <a:ext cx="94183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narrativa de render permite corregir contenido sin rehacer producción.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renderer-local /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 / DESPUÉS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cambio clave es pasar de agente constructor a renderer determinístico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109728" cy="30632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LLM-heavy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78992" y="2788920"/>
            <a:ext cx="40690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Lee specs extensas
</a:t>
            </a:r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Decide layout slide por slide
</a:t>
            </a:r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Regenera evidencia
</a:t>
            </a:r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Corrige con contexto amplio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874520"/>
            <a:ext cx="109728" cy="3063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488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renderer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02552" y="2788920"/>
            <a:ext cx="40690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Lee deck-spec.json
</a:t>
            </a:r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Aplica layouts fijos
</a:t>
            </a:r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 PowerPoint
</a:t>
            </a:r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Reporta fallas mecánicas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1005840" y="5559552"/>
            <a:ext cx="9784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conserva el trabajo conceptual; el script absorbe la producción repetible.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renderer-local /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deck normal debería moverse por cuatro pasos estables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2240280" cy="1993392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42032"/>
            <a:ext cx="411480" cy="411480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6334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639312"/>
            <a:ext cx="16642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Deck.md revisable por humanos.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44952" y="3246120"/>
            <a:ext cx="320040" cy="0"/>
          </a:xfrm>
          <a:prstGeom prst="line">
            <a:avLst/>
          </a:prstGeom>
          <a:noFill/>
          <a:ln w="19050">
            <a:solidFill>
              <a:srgbClr val="C75C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240280"/>
            <a:ext cx="2240280" cy="1993392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2542032"/>
            <a:ext cx="41148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26334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3639312"/>
            <a:ext cx="16642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estricto con layout y contenido.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79592" y="3246120"/>
            <a:ext cx="320040" cy="0"/>
          </a:xfrm>
          <a:prstGeom prst="line">
            <a:avLst/>
          </a:prstGeom>
          <a:noFill/>
          <a:ln w="19050">
            <a:solidFill>
              <a:srgbClr val="C75C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240280"/>
            <a:ext cx="2240280" cy="1993392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542032"/>
            <a:ext cx="411480" cy="411480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26334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3639312"/>
            <a:ext cx="16642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genera el archivo editable.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14232" y="3246120"/>
            <a:ext cx="320040" cy="0"/>
          </a:xfrm>
          <a:prstGeom prst="line">
            <a:avLst/>
          </a:prstGeom>
          <a:noFill/>
          <a:ln w="19050">
            <a:solidFill>
              <a:srgbClr val="C75C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2240280"/>
            <a:ext cx="2240280" cy="1993392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18320" y="2542032"/>
            <a:ext cx="41148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28048" y="26334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18320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18320" y="3639312"/>
            <a:ext cx="16642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abre, exporta y reporta defectos.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renderer-local /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TRADEOFF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todos los decks necesitan el mismo nivel de ceremonia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10241280" cy="2971800"/>
          </a:xfrm>
          <a:prstGeom prst="roundRect">
            <a:avLst>
              <a:gd name="adj" fmla="val 2462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2286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Velocidad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2286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Calidad visual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2286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Trazabilidad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43000" y="2679192"/>
            <a:ext cx="9784080" cy="0"/>
          </a:xfrm>
          <a:prstGeom prst="line">
            <a:avLst/>
          </a:prstGeom>
          <a:noFill/>
          <a:ln w="12700">
            <a:solidFill>
              <a:srgbClr val="EADB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807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Borrador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2788920"/>
            <a:ext cx="9144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83464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0" y="2788920"/>
            <a:ext cx="914400" cy="25603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283464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0" y="2788920"/>
            <a:ext cx="914400" cy="2560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83464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Baja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43000" y="3337560"/>
            <a:ext cx="9784080" cy="0"/>
          </a:xfrm>
          <a:prstGeom prst="line">
            <a:avLst/>
          </a:prstGeom>
          <a:noFill/>
          <a:ln w="12700">
            <a:solidFill>
              <a:srgbClr val="EADB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465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Deck normal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0" y="3447288"/>
            <a:ext cx="914400" cy="25603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7328" y="34930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43600" y="3447288"/>
            <a:ext cx="9144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34930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29600" y="3447288"/>
            <a:ext cx="914400" cy="25603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34930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143000" y="3995928"/>
            <a:ext cx="9784080" cy="0"/>
          </a:xfrm>
          <a:prstGeom prst="line">
            <a:avLst/>
          </a:prstGeom>
          <a:noFill/>
          <a:ln w="12700">
            <a:solidFill>
              <a:srgbClr val="EADB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123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 formal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0" y="4105656"/>
            <a:ext cx="914400" cy="2560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415137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Baja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43600" y="4105656"/>
            <a:ext cx="9144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415137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29600" y="4105656"/>
            <a:ext cx="9144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415137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05840" y="5532120"/>
            <a:ext cx="94183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renderer apunta al punto medio: suficiente calidad, menos tokens, menos ritual.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renderer-local /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contrato vive en JSON; el diseño vive en layouts versionados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9808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5420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deck.md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944368"/>
            <a:ext cx="15544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narrativa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6080" y="2999232"/>
            <a:ext cx="411480" cy="0"/>
          </a:xfrm>
          <a:prstGeom prst="line">
            <a:avLst/>
          </a:prstGeom>
          <a:noFill/>
          <a:ln w="25400">
            <a:solidFill>
              <a:srgbClr val="C75C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25420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deck-spec.json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94176" y="2944368"/>
            <a:ext cx="15544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A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ejecutable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87568" y="2999232"/>
            <a:ext cx="411480" cy="0"/>
          </a:xfrm>
          <a:prstGeom prst="line">
            <a:avLst/>
          </a:prstGeom>
          <a:noFill/>
          <a:ln w="25400">
            <a:solidFill>
              <a:srgbClr val="C75C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25420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2944368"/>
            <a:ext cx="15544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visuales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49056" y="2999232"/>
            <a:ext cx="411480" cy="0"/>
          </a:xfrm>
          <a:prstGeom prst="line">
            <a:avLst/>
          </a:prstGeom>
          <a:noFill/>
          <a:ln w="25400">
            <a:solidFill>
              <a:srgbClr val="C75C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34272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25420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17152" y="2944368"/>
            <a:ext cx="15544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editable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4800600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96519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importante no es si el JSON es elegante; es si el PPTX abre limpio cada vez.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renderer-local /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TÉCNICO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renderer no se aprueba porque genera un archivo; se aprueba porque PowerPoint lo exporta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794760" cy="33375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2212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final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78992" y="27614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PowerPoint nativo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0704" y="32735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abre + exporta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74920" y="1938528"/>
            <a:ext cx="5806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PowerPoint COM abre el PPTX sin reparación.
</a:t>
            </a:r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 todas las slides a PNG 1920x1080.
</a:t>
            </a:r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renders no están en blanco.
</a:t>
            </a:r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texto mantiene tildes: conversación, análisis, revisión, pequeños.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5074920" y="4736592"/>
            <a:ext cx="5394960" cy="0"/>
          </a:xfrm>
          <a:prstGeom prst="line">
            <a:avLst/>
          </a:prstGeom>
          <a:noFill/>
          <a:ln w="25400">
            <a:solidFill>
              <a:srgbClr val="C75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5010912"/>
            <a:ext cx="5029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compatibilidad nativa es el gate final.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renderer-local /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PptxGenJS pasa a candidato principal si supera un deck realista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6035040" cy="2240280"/>
          </a:xfrm>
          <a:prstGeom prst="roundRect">
            <a:avLst>
              <a:gd name="adj" fmla="val 3265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Decisión propuesta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" y="2542032"/>
            <a:ext cx="516636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Usarlo como renderer para decks normales, manteniendo python-pptx para patches y diagnóstico.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60920" y="1828800"/>
            <a:ext cx="3429000" cy="2240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Riesgos a probar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35240" y="2578608"/>
            <a:ext cx="24231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probar assets reales
</a:t>
            </a:r>
            <a:pPr indent="0" marL="0">
              <a:buNone/>
            </a:pPr>
            <a:r>
              <a:rPr lang="en-US" sz="133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controlar overflow
</a:t>
            </a:r>
            <a:pPr indent="0" marL="0">
              <a:buNone/>
            </a:pPr>
            <a:r>
              <a:rPr lang="en-US" sz="133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fijar versión npm
</a:t>
            </a:r>
            <a:pPr indent="0" marL="0">
              <a:buNone/>
            </a:pPr>
            <a:r>
              <a:rPr lang="en-US" sz="133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evitar APIs frágiles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renderer-local /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3" name="Image 0" descr="C:\Users\Victor\Proyectos\2026\charlas\Test\smoke-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658368"/>
            <a:ext cx="3931920" cy="5257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1170432"/>
            <a:ext cx="548640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agentes para producir; más estructura para repetir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85800" y="42519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4553712"/>
            <a:ext cx="48920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AD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presentación deja de ser una conversación larga y pasa a ser un artefacto compilable.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renderer-local / 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charlas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Renderer local para charlas</dc:title>
  <dc:subject>Renderer local para charlas</dc:subject>
  <dc:creator>Codex</dc:creator>
  <cp:lastModifiedBy>Codex</cp:lastModifiedBy>
  <cp:revision>1</cp:revision>
  <dcterms:created xsi:type="dcterms:W3CDTF">2026-07-05T08:26:36Z</dcterms:created>
  <dcterms:modified xsi:type="dcterms:W3CDTF">2026-07-05T08:26:36Z</dcterms:modified>
</cp:coreProperties>
</file>