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 LOCAL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315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¿PptxGenJS abre limpio en PowerPoint nativo?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61488"/>
            <a:ext cx="5212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Tildes: conversación, análisis, revisión, pequeños, documentación.</a:t>
            </a:r>
            <a:endParaRPr lang="en-US" sz="1800" dirty="0"/>
          </a:p>
        </p:txBody>
      </p:sp>
      <p:pic>
        <p:nvPicPr>
          <p:cNvPr id="5" name="Image 0" descr="C:\Users\Victor\Proyectos\2026\charlas\Test\smoke-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914400"/>
            <a:ext cx="32918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pptxgenjs-smoke / slide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renderer debe resolver estructura sin pedir razonamiento al LLM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15468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397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21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41832" y="2670048"/>
            <a:ext cx="25420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interpreta specs, diseña, genera, revisa y corrige.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15468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3970">
            <a:solidFill>
              <a:srgbClr val="EADB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121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90872" y="2670048"/>
            <a:ext cx="25420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JSON alimenta layouts fijos y el script produce el PPTX.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3970">
            <a:solidFill>
              <a:srgbClr val="EADB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21214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39912" y="2670048"/>
            <a:ext cx="25420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PowerPoint rechaza el archivo, el renderer no sirve para este repo.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800600"/>
            <a:ext cx="102412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10912"/>
            <a:ext cx="9509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aceptación: PowerPoint COM debe abrir y exportar PNG sin reparar el archivo.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pptxgenjs-smoke / 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30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esta prueba falla, no insistimos con PptxGenJS para decks nuevos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736592"/>
            <a:ext cx="7498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técnica basada en apertura nativa, no en esperanza.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bajar tokens: contenido con LLM, producción con código.</a:t>
            </a:r>
            <a:endParaRPr lang="en-US" sz="1600" dirty="0"/>
          </a:p>
        </p:txBody>
      </p:sp>
      <p:pic>
        <p:nvPicPr>
          <p:cNvPr id="8" name="Image 0" descr="C:\Users\Victor\Proyectos\2026\charlas\Test\smoke-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4370832"/>
            <a:ext cx="2423160" cy="1874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pptxgenjs-smoke / slide 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charlas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smoke</dc:title>
  <dc:subject>PptxGenJS PowerPoint compatibility smoke</dc:subject>
  <dc:creator>Codex smoke test</dc:creator>
  <cp:lastModifiedBy>Codex smoke test</cp:lastModifiedBy>
  <cp:revision>1</cp:revision>
  <dcterms:created xsi:type="dcterms:W3CDTF">2026-07-05T08:17:26Z</dcterms:created>
  <dcterms:modified xsi:type="dcterms:W3CDTF">2026-07-05T08:17:26Z</dcterms:modified>
</cp:coreProperties>
</file>