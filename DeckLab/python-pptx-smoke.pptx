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2011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E07A3F"/>
                </a:solidFill>
                <a:latin typeface="Consolas"/>
              </a:rPr>
              <a:t>PRUEBA 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3152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FFDF8"/>
                </a:solidFill>
                <a:latin typeface="Georgia"/>
              </a:rPr>
              <a:t>¿python-pptx abre limpio en PowerPoint nativo?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61488"/>
            <a:ext cx="52120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FFFDF8"/>
                </a:solidFill>
                <a:latin typeface="Calibri"/>
              </a:rPr>
              <a:t>Tildes: conversación, análisis, revisión, pequeños, documentación.</a:t>
            </a:r>
          </a:p>
        </p:txBody>
      </p:sp>
      <p:pic>
        <p:nvPicPr>
          <p:cNvPr id="5" name="Picture 4" descr="smoke-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914400"/>
            <a:ext cx="329184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73952"/>
            <a:ext cx="5486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 b="0">
                <a:solidFill>
                  <a:srgbClr val="475569"/>
                </a:solidFill>
                <a:latin typeface="Consolas"/>
              </a:rPr>
              <a:t>python-pptx-smoke /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92608"/>
            <a:ext cx="1143000" cy="73152"/>
          </a:xfrm>
          <a:prstGeom prst="rect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2560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C75C2A"/>
                </a:solidFill>
                <a:latin typeface="Consolas"/>
              </a:rPr>
              <a:t>COMPARACIÓN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81381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900" b="1">
                <a:solidFill>
                  <a:srgbClr val="0F172A"/>
                </a:solidFill>
                <a:latin typeface="Georgia"/>
              </a:rPr>
              <a:t>El renderer debe resolver estructura sin pedir razonamiento al 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154680" cy="2240280"/>
          </a:xfrm>
          <a:prstGeom prst="roundRect">
            <a:avLst/>
          </a:prstGeom>
          <a:solidFill>
            <a:srgbClr val="FFFDF8"/>
          </a:solidFill>
          <a:ln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121408"/>
            <a:ext cx="26060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102A43"/>
                </a:solidFill>
                <a:latin typeface="Georgia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670048"/>
            <a:ext cx="2542032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Calibri"/>
              </a:rPr>
              <a:t>Agente interpreta specs, diseña, genera, revisa y corrige.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74519"/>
            <a:ext cx="3154680" cy="2240280"/>
          </a:xfrm>
          <a:prstGeom prst="roundRect">
            <a:avLst/>
          </a:prstGeom>
          <a:solidFill>
            <a:srgbClr val="FFFDF8"/>
          </a:solidFill>
          <a:ln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121408"/>
            <a:ext cx="26060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102A43"/>
                </a:solidFill>
                <a:latin typeface="Georgia"/>
              </a:rPr>
              <a:t>Después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670048"/>
            <a:ext cx="2542032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Calibri"/>
              </a:rPr>
              <a:t>Un JSON alimenta layouts fijos y el script produce el PPTX.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74519"/>
            <a:ext cx="3154680" cy="2240280"/>
          </a:xfrm>
          <a:prstGeom prst="roundRect">
            <a:avLst/>
          </a:prstGeom>
          <a:solidFill>
            <a:srgbClr val="FFFDF8"/>
          </a:solidFill>
          <a:ln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1" y="2121408"/>
            <a:ext cx="26060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102A43"/>
                </a:solidFill>
                <a:latin typeface="Georgia"/>
              </a:rPr>
              <a:t>Riesgo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1" y="2670048"/>
            <a:ext cx="2542032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Calibri"/>
              </a:rPr>
              <a:t>Si PowerPoint rechaza el archivo, el renderer no sirve para este repo.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800600"/>
            <a:ext cx="10241280" cy="27432"/>
          </a:xfrm>
          <a:prstGeom prst="rect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10912"/>
            <a:ext cx="95097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Calibri"/>
              </a:rPr>
              <a:t>Criterio de aceptación: PowerPoint COM debe abrir y exportar PNG sin reparar el archivo.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486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 b="0">
                <a:solidFill>
                  <a:srgbClr val="475569"/>
                </a:solidFill>
                <a:latin typeface="Consolas"/>
              </a:rPr>
              <a:t>python-pptx-smoke /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92608"/>
            <a:ext cx="1143000" cy="73152"/>
          </a:xfrm>
          <a:prstGeom prst="rect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2560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C75C2A"/>
                </a:solidFill>
                <a:latin typeface="Consola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81381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900" b="1">
                <a:solidFill>
                  <a:srgbClr val="0F172A"/>
                </a:solidFill>
                <a:latin typeface="Georgia"/>
              </a:rPr>
              <a:t>Si esta prueba falla, no insistimos con este renderer para decks nuevos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736592"/>
            <a:ext cx="7498079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FFFDF8"/>
                </a:solidFill>
                <a:latin typeface="Georgia"/>
              </a:rPr>
              <a:t>Decisión técnica basada en apertura nativa, no en esperanza.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623560"/>
            <a:ext cx="7040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0">
                <a:solidFill>
                  <a:srgbClr val="EADBC8"/>
                </a:solidFill>
                <a:latin typeface="Calibri"/>
              </a:rPr>
              <a:t>El objetivo es bajar tokens: contenido con LLM, producción con código.</a:t>
            </a:r>
          </a:p>
        </p:txBody>
      </p:sp>
      <p:pic>
        <p:nvPicPr>
          <p:cNvPr id="8" name="Picture 7" descr="smoke-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370832"/>
            <a:ext cx="2423160" cy="18745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5486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 b="0">
                <a:solidFill>
                  <a:srgbClr val="475569"/>
                </a:solidFill>
                <a:latin typeface="Consolas"/>
              </a:rPr>
              <a:t>python-pptx-smoke /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